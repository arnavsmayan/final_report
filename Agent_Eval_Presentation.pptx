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Jain" userId="f2adf29d-2619-42a8-86da-ba577201478b" providerId="ADAL" clId="{51CE8724-7848-51D2-B085-D619A97C2260}"/>
    <pc:docChg chg="undo custSel delSld modSld modMainMaster">
      <pc:chgData name="Arnav Jain" userId="f2adf29d-2619-42a8-86da-ba577201478b" providerId="ADAL" clId="{51CE8724-7848-51D2-B085-D619A97C2260}" dt="2026-07-01T08:53:24.511" v="179"/>
      <pc:docMkLst>
        <pc:docMk/>
      </pc:docMkLst>
      <pc:sldChg chg="modSp mod modTransition">
        <pc:chgData name="Arnav Jain" userId="f2adf29d-2619-42a8-86da-ba577201478b" providerId="ADAL" clId="{51CE8724-7848-51D2-B085-D619A97C2260}" dt="2026-07-01T08:53:24.511" v="179"/>
        <pc:sldMkLst>
          <pc:docMk/>
          <pc:sldMk cId="0" sldId="256"/>
        </pc:sldMkLst>
        <pc:spChg chg="mod">
          <ac:chgData name="Arnav Jain" userId="f2adf29d-2619-42a8-86da-ba577201478b" providerId="ADAL" clId="{51CE8724-7848-51D2-B085-D619A97C2260}" dt="2026-07-01T08:52:10.549" v="155" actId="1035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52:05.235" v="15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40:36.032" v="132" actId="20577"/>
          <ac:spMkLst>
            <pc:docMk/>
            <pc:sldMk cId="0" sldId="256"/>
            <ac:spMk id="8" creationId="{00000000-0000-0000-0000-000000000000}"/>
          </ac:spMkLst>
        </pc:spChg>
      </pc:sldChg>
      <pc:sldChg chg="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57"/>
        </pc:sldMkLst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58"/>
        </pc:sldMkLst>
        <pc:spChg chg="mod">
          <ac:chgData name="Arnav Jain" userId="f2adf29d-2619-42a8-86da-ba577201478b" providerId="ADAL" clId="{51CE8724-7848-51D2-B085-D619A97C2260}" dt="2026-07-01T08:52:31.434" v="164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47:59.490" v="147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59"/>
        </pc:sldMkLst>
        <pc:picChg chg="mod">
          <ac:chgData name="Arnav Jain" userId="f2adf29d-2619-42a8-86da-ba577201478b" providerId="ADAL" clId="{51CE8724-7848-51D2-B085-D619A97C2260}" dt="2026-07-01T08:40:19.711" v="123" actId="1076"/>
          <ac:picMkLst>
            <pc:docMk/>
            <pc:sldMk cId="0" sldId="259"/>
            <ac:picMk id="5" creationId="{00000000-0000-0000-0000-000000000000}"/>
          </ac:picMkLst>
        </pc:picChg>
      </pc:sldChg>
      <pc:sldChg chg="del">
        <pc:chgData name="Arnav Jain" userId="f2adf29d-2619-42a8-86da-ba577201478b" providerId="ADAL" clId="{51CE8724-7848-51D2-B085-D619A97C2260}" dt="2026-07-01T08:39:52.277" v="120" actId="2696"/>
        <pc:sldMkLst>
          <pc:docMk/>
          <pc:sldMk cId="0" sldId="260"/>
        </pc:sldMkLst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1"/>
        </pc:sldMkLst>
        <pc:spChg chg="mod">
          <ac:chgData name="Arnav Jain" userId="f2adf29d-2619-42a8-86da-ba577201478b" providerId="ADAL" clId="{51CE8724-7848-51D2-B085-D619A97C2260}" dt="2026-07-01T08:39:45.787" v="119" actId="10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52:44.042" v="166" actId="20577"/>
          <ac:spMkLst>
            <pc:docMk/>
            <pc:sldMk cId="0" sldId="261"/>
            <ac:spMk id="7" creationId="{00000000-0000-0000-0000-000000000000}"/>
          </ac:spMkLst>
        </pc:spChg>
        <pc:picChg chg="mod">
          <ac:chgData name="Arnav Jain" userId="f2adf29d-2619-42a8-86da-ba577201478b" providerId="ADAL" clId="{51CE8724-7848-51D2-B085-D619A97C2260}" dt="2026-07-01T08:39:34.738" v="107" actId="14100"/>
          <ac:picMkLst>
            <pc:docMk/>
            <pc:sldMk cId="0" sldId="261"/>
            <ac:picMk id="5" creationId="{00000000-0000-0000-0000-000000000000}"/>
          </ac:picMkLst>
        </pc:picChg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2"/>
        </pc:sldMkLst>
        <pc:spChg chg="mod">
          <ac:chgData name="Arnav Jain" userId="f2adf29d-2619-42a8-86da-ba577201478b" providerId="ADAL" clId="{51CE8724-7848-51D2-B085-D619A97C2260}" dt="2026-07-01T08:52:47.604" v="167" actId="20577"/>
          <ac:spMkLst>
            <pc:docMk/>
            <pc:sldMk cId="0" sldId="262"/>
            <ac:spMk id="26" creationId="{00000000-0000-0000-0000-000000000000}"/>
          </ac:spMkLst>
        </pc:spChg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3"/>
        </pc:sldMkLst>
        <pc:spChg chg="mod">
          <ac:chgData name="Arnav Jain" userId="f2adf29d-2619-42a8-86da-ba577201478b" providerId="ADAL" clId="{51CE8724-7848-51D2-B085-D619A97C2260}" dt="2026-07-01T08:39:10.475" v="104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52:51.864" v="168" actId="20577"/>
          <ac:spMkLst>
            <pc:docMk/>
            <pc:sldMk cId="0" sldId="263"/>
            <ac:spMk id="10" creationId="{00000000-0000-0000-0000-000000000000}"/>
          </ac:spMkLst>
        </pc:spChg>
        <pc:picChg chg="mod modCrop">
          <ac:chgData name="Arnav Jain" userId="f2adf29d-2619-42a8-86da-ba577201478b" providerId="ADAL" clId="{51CE8724-7848-51D2-B085-D619A97C2260}" dt="2026-07-01T08:39:06.337" v="103" actId="1076"/>
          <ac:picMkLst>
            <pc:docMk/>
            <pc:sldMk cId="0" sldId="263"/>
            <ac:picMk id="5" creationId="{00000000-0000-0000-0000-000000000000}"/>
          </ac:picMkLst>
        </pc:picChg>
      </pc:sldChg>
      <pc:sldChg chg="addSp delSp 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4"/>
        </pc:sldMkLst>
        <pc:spChg chg="add del">
          <ac:chgData name="Arnav Jain" userId="f2adf29d-2619-42a8-86da-ba577201478b" providerId="ADAL" clId="{51CE8724-7848-51D2-B085-D619A97C2260}" dt="2026-07-01T08:34:14.668" v="24" actId="478"/>
          <ac:spMkLst>
            <pc:docMk/>
            <pc:sldMk cId="0" sldId="264"/>
            <ac:spMk id="2" creationId="{00000000-0000-0000-0000-000000000000}"/>
          </ac:spMkLst>
        </pc:spChg>
        <pc:spChg chg="add del">
          <ac:chgData name="Arnav Jain" userId="f2adf29d-2619-42a8-86da-ba577201478b" providerId="ADAL" clId="{51CE8724-7848-51D2-B085-D619A97C2260}" dt="2026-07-01T08:34:14.668" v="24" actId="478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Arnav Jain" userId="f2adf29d-2619-42a8-86da-ba577201478b" providerId="ADAL" clId="{51CE8724-7848-51D2-B085-D619A97C2260}" dt="2026-07-01T08:34:14.668" v="24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Arnav Jain" userId="f2adf29d-2619-42a8-86da-ba577201478b" providerId="ADAL" clId="{51CE8724-7848-51D2-B085-D619A97C2260}" dt="2026-07-01T08:34:06.582" v="18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Arnav Jain" userId="f2adf29d-2619-42a8-86da-ba577201478b" providerId="ADAL" clId="{51CE8724-7848-51D2-B085-D619A97C2260}" dt="2026-07-01T08:34:09.966" v="20" actId="478"/>
          <ac:spMkLst>
            <pc:docMk/>
            <pc:sldMk cId="0" sldId="264"/>
            <ac:spMk id="8" creationId="{00000000-0000-0000-0000-000000000000}"/>
          </ac:spMkLst>
        </pc:spChg>
        <pc:spChg chg="add del mod">
          <ac:chgData name="Arnav Jain" userId="f2adf29d-2619-42a8-86da-ba577201478b" providerId="ADAL" clId="{51CE8724-7848-51D2-B085-D619A97C2260}" dt="2026-07-01T08:34:16.333" v="25" actId="478"/>
          <ac:spMkLst>
            <pc:docMk/>
            <pc:sldMk cId="0" sldId="264"/>
            <ac:spMk id="10" creationId="{00000000-0000-0000-0000-000000000000}"/>
          </ac:spMkLst>
        </pc:spChg>
        <pc:spChg chg="add del">
          <ac:chgData name="Arnav Jain" userId="f2adf29d-2619-42a8-86da-ba577201478b" providerId="ADAL" clId="{51CE8724-7848-51D2-B085-D619A97C2260}" dt="2026-07-01T08:34:14.668" v="24" actId="478"/>
          <ac:spMkLst>
            <pc:docMk/>
            <pc:sldMk cId="0" sldId="264"/>
            <ac:spMk id="11" creationId="{00000000-0000-0000-0000-000000000000}"/>
          </ac:spMkLst>
        </pc:spChg>
        <pc:spChg chg="add del mod">
          <ac:chgData name="Arnav Jain" userId="f2adf29d-2619-42a8-86da-ba577201478b" providerId="ADAL" clId="{51CE8724-7848-51D2-B085-D619A97C2260}" dt="2026-07-01T08:52:55.936" v="169" actId="20577"/>
          <ac:spMkLst>
            <pc:docMk/>
            <pc:sldMk cId="0" sldId="264"/>
            <ac:spMk id="12" creationId="{00000000-0000-0000-0000-000000000000}"/>
          </ac:spMkLst>
        </pc:spChg>
        <pc:picChg chg="add del mod modCrop">
          <ac:chgData name="Arnav Jain" userId="f2adf29d-2619-42a8-86da-ba577201478b" providerId="ADAL" clId="{51CE8724-7848-51D2-B085-D619A97C2260}" dt="2026-07-01T08:35:02.050" v="44" actId="1038"/>
          <ac:picMkLst>
            <pc:docMk/>
            <pc:sldMk cId="0" sldId="264"/>
            <ac:picMk id="5" creationId="{00000000-0000-0000-0000-000000000000}"/>
          </ac:picMkLst>
        </pc:picChg>
        <pc:picChg chg="add del mod modCrop">
          <ac:chgData name="Arnav Jain" userId="f2adf29d-2619-42a8-86da-ba577201478b" providerId="ADAL" clId="{51CE8724-7848-51D2-B085-D619A97C2260}" dt="2026-07-01T08:34:51.045" v="36" actId="1076"/>
          <ac:picMkLst>
            <pc:docMk/>
            <pc:sldMk cId="0" sldId="264"/>
            <ac:picMk id="7" creationId="{00000000-0000-0000-0000-000000000000}"/>
          </ac:picMkLst>
        </pc:picChg>
        <pc:picChg chg="add del mod modCrop">
          <ac:chgData name="Arnav Jain" userId="f2adf29d-2619-42a8-86da-ba577201478b" providerId="ADAL" clId="{51CE8724-7848-51D2-B085-D619A97C2260}" dt="2026-07-01T08:34:47.900" v="35" actId="1076"/>
          <ac:picMkLst>
            <pc:docMk/>
            <pc:sldMk cId="0" sldId="264"/>
            <ac:picMk id="9" creationId="{00000000-0000-0000-0000-000000000000}"/>
          </ac:picMkLst>
        </pc:picChg>
      </pc:sldChg>
      <pc:sldChg chg="delSp 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5"/>
        </pc:sldMkLst>
        <pc:spChg chg="del">
          <ac:chgData name="Arnav Jain" userId="f2adf29d-2619-42a8-86da-ba577201478b" providerId="ADAL" clId="{51CE8724-7848-51D2-B085-D619A97C2260}" dt="2026-07-01T08:35:58.023" v="53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Arnav Jain" userId="f2adf29d-2619-42a8-86da-ba577201478b" providerId="ADAL" clId="{51CE8724-7848-51D2-B085-D619A97C2260}" dt="2026-07-01T08:36:01.269" v="56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Arnav Jain" userId="f2adf29d-2619-42a8-86da-ba577201478b" providerId="ADAL" clId="{51CE8724-7848-51D2-B085-D619A97C2260}" dt="2026-07-01T08:35:59.236" v="54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Arnav Jain" userId="f2adf29d-2619-42a8-86da-ba577201478b" providerId="ADAL" clId="{51CE8724-7848-51D2-B085-D619A97C2260}" dt="2026-07-01T08:36:00.264" v="55" actId="478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rnav Jain" userId="f2adf29d-2619-42a8-86da-ba577201478b" providerId="ADAL" clId="{51CE8724-7848-51D2-B085-D619A97C2260}" dt="2026-07-01T08:52:59.625" v="170" actId="20577"/>
          <ac:spMkLst>
            <pc:docMk/>
            <pc:sldMk cId="0" sldId="265"/>
            <ac:spMk id="14" creationId="{00000000-0000-0000-0000-000000000000}"/>
          </ac:spMkLst>
        </pc:spChg>
        <pc:picChg chg="mod modCrop">
          <ac:chgData name="Arnav Jain" userId="f2adf29d-2619-42a8-86da-ba577201478b" providerId="ADAL" clId="{51CE8724-7848-51D2-B085-D619A97C2260}" dt="2026-07-01T08:37:28.416" v="93" actId="1037"/>
          <ac:picMkLst>
            <pc:docMk/>
            <pc:sldMk cId="0" sldId="265"/>
            <ac:picMk id="5" creationId="{00000000-0000-0000-0000-000000000000}"/>
          </ac:picMkLst>
        </pc:picChg>
        <pc:picChg chg="mod modCrop">
          <ac:chgData name="Arnav Jain" userId="f2adf29d-2619-42a8-86da-ba577201478b" providerId="ADAL" clId="{51CE8724-7848-51D2-B085-D619A97C2260}" dt="2026-07-01T08:37:36.475" v="94" actId="14100"/>
          <ac:picMkLst>
            <pc:docMk/>
            <pc:sldMk cId="0" sldId="265"/>
            <ac:picMk id="7" creationId="{00000000-0000-0000-0000-000000000000}"/>
          </ac:picMkLst>
        </pc:picChg>
        <pc:picChg chg="mod modCrop">
          <ac:chgData name="Arnav Jain" userId="f2adf29d-2619-42a8-86da-ba577201478b" providerId="ADAL" clId="{51CE8724-7848-51D2-B085-D619A97C2260}" dt="2026-07-01T08:37:48.276" v="98" actId="1076"/>
          <ac:picMkLst>
            <pc:docMk/>
            <pc:sldMk cId="0" sldId="265"/>
            <ac:picMk id="9" creationId="{00000000-0000-0000-0000-000000000000}"/>
          </ac:picMkLst>
        </pc:picChg>
        <pc:picChg chg="del mod modCrop">
          <ac:chgData name="Arnav Jain" userId="f2adf29d-2619-42a8-86da-ba577201478b" providerId="ADAL" clId="{51CE8724-7848-51D2-B085-D619A97C2260}" dt="2026-07-01T08:36:33.928" v="66" actId="478"/>
          <ac:picMkLst>
            <pc:docMk/>
            <pc:sldMk cId="0" sldId="265"/>
            <ac:picMk id="11" creationId="{00000000-0000-0000-0000-000000000000}"/>
          </ac:picMkLst>
        </pc:picChg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6"/>
        </pc:sldMkLst>
        <pc:spChg chg="mod">
          <ac:chgData name="Arnav Jain" userId="f2adf29d-2619-42a8-86da-ba577201478b" providerId="ADAL" clId="{51CE8724-7848-51D2-B085-D619A97C2260}" dt="2026-07-01T08:53:02.747" v="172" actId="20577"/>
          <ac:spMkLst>
            <pc:docMk/>
            <pc:sldMk cId="0" sldId="266"/>
            <ac:spMk id="10" creationId="{00000000-0000-0000-0000-000000000000}"/>
          </ac:spMkLst>
        </pc:spChg>
      </pc:sldChg>
      <pc:sldChg chg="del">
        <pc:chgData name="Arnav Jain" userId="f2adf29d-2619-42a8-86da-ba577201478b" providerId="ADAL" clId="{51CE8724-7848-51D2-B085-D619A97C2260}" dt="2026-07-01T08:38:09.394" v="99" actId="2696"/>
        <pc:sldMkLst>
          <pc:docMk/>
          <pc:sldMk cId="0" sldId="267"/>
        </pc:sldMkLst>
      </pc:sldChg>
      <pc:sldChg chg="modSp mod modTransition">
        <pc:chgData name="Arnav Jain" userId="f2adf29d-2619-42a8-86da-ba577201478b" providerId="ADAL" clId="{51CE8724-7848-51D2-B085-D619A97C2260}" dt="2026-07-01T08:53:21.911" v="178"/>
        <pc:sldMkLst>
          <pc:docMk/>
          <pc:sldMk cId="0" sldId="268"/>
        </pc:sldMkLst>
        <pc:spChg chg="mod">
          <ac:chgData name="Arnav Jain" userId="f2adf29d-2619-42a8-86da-ba577201478b" providerId="ADAL" clId="{51CE8724-7848-51D2-B085-D619A97C2260}" dt="2026-07-01T08:53:06.483" v="174" actId="20577"/>
          <ac:spMkLst>
            <pc:docMk/>
            <pc:sldMk cId="0" sldId="268"/>
            <ac:spMk id="10" creationId="{00000000-0000-0000-0000-000000000000}"/>
          </ac:spMkLst>
        </pc:spChg>
      </pc:sldChg>
      <pc:sldMasterChg chg="modTransition modSldLayout">
        <pc:chgData name="Arnav Jain" userId="f2adf29d-2619-42a8-86da-ba577201478b" providerId="ADAL" clId="{51CE8724-7848-51D2-B085-D619A97C2260}" dt="2026-07-01T08:53:21.911" v="178"/>
        <pc:sldMasterMkLst>
          <pc:docMk/>
          <pc:sldMasterMk cId="2209977519" sldId="2147483648"/>
        </pc:sldMasterMkLst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Arnav Jain" userId="f2adf29d-2619-42a8-86da-ba577201478b" providerId="ADAL" clId="{51CE8724-7848-51D2-B085-D619A97C2260}" dt="2026-07-01T08:53:21.911" v="178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0F2E1-76DB-F148-B501-84F1F1926129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2CF9F-9897-5F4B-915E-C306D347F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8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2CF9F-9897-5F4B-915E-C306D347F4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9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2000" cy="1371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1289567" cy="6858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74320"/>
            <a:ext cx="1264358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D52B1E"/>
                </a:solidFill>
                <a:latin typeface="Calibri"/>
              </a:defRPr>
            </a:pPr>
            <a:r>
              <a:t>Agent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4475" y="2802871"/>
            <a:ext cx="51554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555555"/>
                </a:solidFill>
                <a:latin typeface="Calibri"/>
              </a:defRPr>
            </a:pPr>
            <a:r>
              <a:t>A</a:t>
            </a:r>
            <a:r>
              <a:rPr lang="en-US"/>
              <a:t>n</a:t>
            </a:r>
            <a:r>
              <a:t> SDK for Evaluating Agentic AI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Presented by:  </a:t>
            </a:r>
            <a:r>
              <a:rPr sz="1600">
                <a:solidFill>
                  <a:srgbClr val="222222"/>
                </a:solidFill>
                <a:latin typeface="Calibri"/>
              </a:rPr>
              <a:t>Arnav Jain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Roll Number:  </a:t>
            </a:r>
            <a:r>
              <a:rPr sz="1600">
                <a:solidFill>
                  <a:srgbClr val="222222"/>
                </a:solidFill>
                <a:latin typeface="Calibri"/>
              </a:rPr>
              <a:t>102203979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Institute:  </a:t>
            </a:r>
            <a:r>
              <a:rPr sz="1600">
                <a:solidFill>
                  <a:srgbClr val="222222"/>
                </a:solidFill>
                <a:latin typeface="Calibri"/>
              </a:rPr>
              <a:t>Thapar Institute of Engineering and Technology, Patiala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Faculty Mentor:  </a:t>
            </a:r>
            <a:r>
              <a:rPr sz="1600">
                <a:solidFill>
                  <a:srgbClr val="222222"/>
                </a:solidFill>
                <a:latin typeface="Calibri"/>
              </a:rPr>
              <a:t>Dr. Anjula Mehto, Assistant Professor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Industry Supervisor:  </a:t>
            </a:r>
            <a:r>
              <a:rPr sz="1600">
                <a:solidFill>
                  <a:srgbClr val="222222"/>
                </a:solidFill>
                <a:latin typeface="Calibri"/>
              </a:rPr>
              <a:t>Malashree B, Associate Director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Organization:  </a:t>
            </a:r>
            <a:r>
              <a:rPr sz="1600">
                <a:solidFill>
                  <a:srgbClr val="222222"/>
                </a:solidFill>
                <a:latin typeface="Calibri"/>
              </a:rPr>
              <a:t>Eli Lilly and Company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Project Duration:  </a:t>
            </a:r>
            <a:r>
              <a:rPr sz="1600">
                <a:solidFill>
                  <a:srgbClr val="222222"/>
                </a:solidFill>
                <a:latin typeface="Calibri"/>
              </a:rPr>
              <a:t>14 January 2026 to 15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  <a:latin typeface="Calibri"/>
              </a:defRPr>
            </a:pPr>
            <a:r>
              <a:t>July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About Eli Lilly and Company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710602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128016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52B1E"/>
                </a:solidFill>
                <a:latin typeface="Calibri"/>
              </a:defRPr>
            </a:pPr>
            <a:r>
              <a:t>A global pharmaceutical leader in patient centered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47088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Founded 1876  ·  Headquartered in Indianapolis, Indiana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11064240" cy="36576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52B1E"/>
                </a:solidFill>
                <a:latin typeface="Calibri"/>
              </a:defRPr>
            </a:pPr>
            <a:r>
              <a:t>Global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The world's largest pharmaceutical company by market capitalization, consistently ranked among the top 10 most valuable publicly traded companies globally.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First company to mass produce insulin in 1923, giving millions of diabetics a life saving treatment for the first time.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Creator of Prozac, the medicine that transformed how depression is treated worldwide.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 Recent breakthroughs include Mounjaro and Zepbound (for type 2 diabetes and obesity) and Kisunla, one of the first medicines proven to slow early Alzheimer's disease.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Scope and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7135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52B1E"/>
                </a:solidFill>
                <a:latin typeface="Calibri"/>
              </a:defRPr>
            </a:pPr>
            <a:r>
              <a:t>Why </a:t>
            </a:r>
            <a:r>
              <a:rPr lang="en-US"/>
              <a:t>AgentEval</a:t>
            </a:r>
            <a:r>
              <a:t> is needed  &amp;  Who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1">
                <a:solidFill>
                  <a:srgbClr val="555555"/>
                </a:solidFill>
                <a:latin typeface="Calibri"/>
              </a:defRPr>
            </a:pPr>
            <a:r>
              <a:t>Why it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Agentic AI outputs are probabilistic and hard to evaluate with traditional testing.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Existing open source tools lack governance focused checks and consistent scoring.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Manual engineer review is inconsistent, slow, and hard to 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i="1">
                <a:solidFill>
                  <a:srgbClr val="555555"/>
                </a:solidFill>
                <a:latin typeface="Calibri"/>
              </a:defRPr>
            </a:pPr>
            <a:r>
              <a:t>Who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AI engineering teams shipping agentic features to production.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Governance and compliance reviewers needing structured audit trails.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Applied AI researchers comparing multiple agent designs.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24445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0AF"/>
                </a:solidFill>
                <a:latin typeface="Calibri"/>
              </a:defRPr>
            </a:pPr>
            <a:r>
              <a:t>What </a:t>
            </a:r>
            <a:r>
              <a:rPr lang="en-US"/>
              <a:t>AgentEval</a:t>
            </a:r>
            <a:r>
              <a:t>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Accepts any agent input and output and returns a structured evaluation.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Automatically generates evaluation criteria from the given context.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Runs 15 governance evaluators across 5 pillars.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Produces score, verdict, evidence, and violations.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Supports single model or multi model consensus judgement.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Generates a self contained HTML report for every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tlCol="0" anchor="ctr"/>
          <a:lstStyle/>
          <a:p>
            <a:pPr algn="ctr">
              <a:defRPr sz="1500" i="1">
                <a:solidFill>
                  <a:srgbClr val="222222"/>
                </a:solidFill>
                <a:latin typeface="Calibri"/>
              </a:defRPr>
            </a:pPr>
            <a:r>
              <a:t>One SDK call replaces ad hoc engineer review with a reproducible, evidence backed evaluation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User → Interface → Evaluation → Synthesis → Output</a:t>
            </a:r>
          </a:p>
        </p:txBody>
      </p:sp>
      <p:pic>
        <p:nvPicPr>
          <p:cNvPr id="5" name="Picture 4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" y="2693772"/>
            <a:ext cx="12051917" cy="22713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Pipeline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975" y="806895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Single-Model Flow versus Multi-Model Consensus Flow</a:t>
            </a:r>
          </a:p>
        </p:txBody>
      </p:sp>
      <p:pic>
        <p:nvPicPr>
          <p:cNvPr id="5" name="Picture 4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053" y="1234439"/>
            <a:ext cx="5765374" cy="5498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9690" y="653796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Governance Evaluator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15 Evaluators across 5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127" y="1554480"/>
            <a:ext cx="2194560" cy="822960"/>
          </a:xfrm>
          <a:prstGeom prst="roundRect">
            <a:avLst/>
          </a:prstGeom>
          <a:solidFill>
            <a:srgbClr val="E9D8FD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2222"/>
                </a:solidFill>
                <a:latin typeface="Calibri"/>
              </a:defRPr>
            </a:pPr>
            <a:r>
              <a:t>Goal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2560320"/>
            <a:ext cx="2194560" cy="658368"/>
          </a:xfrm>
          <a:prstGeom prst="roundRect">
            <a:avLst/>
          </a:prstGeom>
          <a:solidFill>
            <a:srgbClr val="FDEC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role_adherence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127" y="3337560"/>
            <a:ext cx="2194560" cy="658368"/>
          </a:xfrm>
          <a:prstGeom prst="roundRect">
            <a:avLst/>
          </a:prstGeom>
          <a:solidFill>
            <a:srgbClr val="FDEC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goal_drift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4114800"/>
            <a:ext cx="2194560" cy="658368"/>
          </a:xfrm>
          <a:prstGeom prst="roundRect">
            <a:avLst/>
          </a:prstGeom>
          <a:solidFill>
            <a:srgbClr val="FDEC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objective_completion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6847" y="1554480"/>
            <a:ext cx="2194560" cy="822960"/>
          </a:xfrm>
          <a:prstGeom prst="roundRect">
            <a:avLst/>
          </a:prstGeom>
          <a:solidFill>
            <a:srgbClr val="DBE6FD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2222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6847" y="2560320"/>
            <a:ext cx="2194560" cy="658368"/>
          </a:xfrm>
          <a:prstGeom prst="roundRect">
            <a:avLst/>
          </a:prstGeom>
          <a:solidFill>
            <a:srgbClr val="EFFA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policy_violation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6847" y="3337560"/>
            <a:ext cx="2194560" cy="658368"/>
          </a:xfrm>
          <a:prstGeom prst="roundRect">
            <a:avLst/>
          </a:prstGeom>
          <a:solidFill>
            <a:srgbClr val="EFFA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guardrail_check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8567" y="1554480"/>
            <a:ext cx="2194560" cy="822960"/>
          </a:xfrm>
          <a:prstGeom prst="roundRect">
            <a:avLst/>
          </a:prstGeom>
          <a:solidFill>
            <a:srgbClr val="D1F0D9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2222"/>
                </a:solidFill>
                <a:latin typeface="Calibri"/>
              </a:defRPr>
            </a:pPr>
            <a:r>
              <a:t>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8567" y="2560320"/>
            <a:ext cx="2194560" cy="658368"/>
          </a:xfrm>
          <a:prstGeom prst="roundRect">
            <a:avLst/>
          </a:prstGeom>
          <a:solidFill>
            <a:srgbClr val="E5FFE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3337560"/>
            <a:ext cx="2194560" cy="658368"/>
          </a:xfrm>
          <a:prstGeom prst="roundRect">
            <a:avLst/>
          </a:prstGeom>
          <a:solidFill>
            <a:srgbClr val="E5FFE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logical_consistency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8567" y="4114800"/>
            <a:ext cx="2194560" cy="658368"/>
          </a:xfrm>
          <a:prstGeom prst="roundRect">
            <a:avLst/>
          </a:prstGeom>
          <a:solidFill>
            <a:srgbClr val="E5FFE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counterfactual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287" y="1554480"/>
            <a:ext cx="2194560" cy="822960"/>
          </a:xfrm>
          <a:prstGeom prst="roundRect">
            <a:avLst/>
          </a:prstGeom>
          <a:solidFill>
            <a:srgbClr val="FCE4CE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2222"/>
                </a:solidFill>
                <a:latin typeface="Calibri"/>
              </a:defRPr>
            </a:pPr>
            <a:r>
              <a:t>Tool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0287" y="2560320"/>
            <a:ext cx="2194560" cy="658368"/>
          </a:xfrm>
          <a:prstGeom prst="roundRect">
            <a:avLst/>
          </a:prstGeom>
          <a:solidFill>
            <a:srgbClr val="FFF8E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prompt_injection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0287" y="3337560"/>
            <a:ext cx="2194560" cy="658368"/>
          </a:xfrm>
          <a:prstGeom prst="roundRect">
            <a:avLst/>
          </a:prstGeom>
          <a:solidFill>
            <a:srgbClr val="FFF8E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data_exposure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0287" y="4114800"/>
            <a:ext cx="2194560" cy="658368"/>
          </a:xfrm>
          <a:prstGeom prst="roundRect">
            <a:avLst/>
          </a:prstGeom>
          <a:solidFill>
            <a:srgbClr val="FFF8E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tool_necessity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2007" y="1554480"/>
            <a:ext cx="2194560" cy="822960"/>
          </a:xfrm>
          <a:prstGeom prst="roundRect">
            <a:avLst/>
          </a:prstGeom>
          <a:solidFill>
            <a:srgbClr val="FCD5DE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2222"/>
                </a:solidFill>
                <a:latin typeface="Calibri"/>
              </a:defRPr>
            </a:pPr>
            <a:r>
              <a:t>Robustness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2007" y="2560320"/>
            <a:ext cx="2194560" cy="658368"/>
          </a:xfrm>
          <a:prstGeom prst="roundRect">
            <a:avLst/>
          </a:prstGeom>
          <a:solidFill>
            <a:srgbClr val="FFE9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determinism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2007" y="3337560"/>
            <a:ext cx="2194560" cy="658368"/>
          </a:xfrm>
          <a:prstGeom prst="roundRect">
            <a:avLst/>
          </a:prstGeom>
          <a:solidFill>
            <a:srgbClr val="FFE9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output_consistency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2007" y="4114800"/>
            <a:ext cx="2194560" cy="658368"/>
          </a:xfrm>
          <a:prstGeom prst="roundRect">
            <a:avLst/>
          </a:prstGeom>
          <a:solidFill>
            <a:srgbClr val="FFE9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22222"/>
                </a:solidFill>
                <a:latin typeface="Consolas"/>
              </a:defRPr>
            </a:pPr>
            <a:r>
              <a:t>variance_analysis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555555"/>
                </a:solidFill>
                <a:latin typeface="Calibri"/>
              </a:defRPr>
            </a:pPr>
            <a:r>
              <a:t>Every pillar produces a numerical score, a verdict, evidence, and violations that feed the final synthesis.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9691" y="653796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SDK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One function call · structured evaluation output</a:t>
            </a:r>
          </a:p>
        </p:txBody>
      </p:sp>
      <p:pic>
        <p:nvPicPr>
          <p:cNvPr id="5" name="Picture 4" descr="sdk_usage_example.png"/>
          <p:cNvPicPr>
            <a:picLocks noChangeAspect="1"/>
          </p:cNvPicPr>
          <p:nvPr/>
        </p:nvPicPr>
        <p:blipFill>
          <a:blip r:embed="rId2"/>
          <a:srcRect r="6608"/>
          <a:stretch>
            <a:fillRect/>
          </a:stretch>
        </p:blipFill>
        <p:spPr>
          <a:xfrm>
            <a:off x="115851" y="2718486"/>
            <a:ext cx="6439143" cy="18164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4534929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  <a:latin typeface="Calibri"/>
              </a:defRPr>
            </a:pPr>
            <a:r>
              <a:t>Fig. — invoking the SDK on any input / output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52B1E"/>
                </a:solidFill>
                <a:latin typeface="Calibri"/>
              </a:defRPr>
            </a:pPr>
            <a:r>
              <a:t>Parameters accepted by evaluate()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691640"/>
          <a:ext cx="5212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54864" marR="54864" marT="18288" marB="18288">
                    <a:solidFill>
                      <a:srgbClr val="D52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54864" marR="54864" marT="18288" marB="18288">
                    <a:solidFill>
                      <a:srgbClr val="D52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Values</a:t>
                      </a:r>
                    </a:p>
                  </a:txBody>
                  <a:tcPr marL="54864" marR="54864" marT="18288" marB="18288">
                    <a:solidFill>
                      <a:srgbClr val="D52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input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Prompt given to the agent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any string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output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Agent response to evaluate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any string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output_type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Format hint for the output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text · code · json · reasoning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pass_threshold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Score cut off for pass verdict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 – 100 (default 70)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Judge model(s)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gpt-5 · claude · list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final_evaluator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Synthesis model for consensus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model name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evaluators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Which governance checks to run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subset of 15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dashboard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Generate HTML report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True / False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interactive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Auto open the report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True / False</a:t>
                      </a:r>
                    </a:p>
                  </a:txBody>
                  <a:tcPr marL="54864" marR="54864" marT="1828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9691" y="653796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Snapshots: Interactive HTML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Overview · Criteria Detail · Input &amp; Output</a:t>
            </a:r>
          </a:p>
        </p:txBody>
      </p:sp>
      <p:pic>
        <p:nvPicPr>
          <p:cNvPr id="5" name="Picture 4" descr="html_report_overview.png"/>
          <p:cNvPicPr>
            <a:picLocks noChangeAspect="1"/>
          </p:cNvPicPr>
          <p:nvPr/>
        </p:nvPicPr>
        <p:blipFill>
          <a:blip r:embed="rId3"/>
          <a:srcRect l="23563" t="-2332" r="23618" b="1"/>
          <a:stretch>
            <a:fillRect/>
          </a:stretch>
        </p:blipFill>
        <p:spPr>
          <a:xfrm>
            <a:off x="348460" y="1031292"/>
            <a:ext cx="5236795" cy="5519025"/>
          </a:xfrm>
          <a:prstGeom prst="rect">
            <a:avLst/>
          </a:prstGeom>
        </p:spPr>
      </p:pic>
      <p:pic>
        <p:nvPicPr>
          <p:cNvPr id="7" name="Picture 6" descr="html_report_criteria.png"/>
          <p:cNvPicPr>
            <a:picLocks noChangeAspect="1"/>
          </p:cNvPicPr>
          <p:nvPr/>
        </p:nvPicPr>
        <p:blipFill>
          <a:blip r:embed="rId4"/>
          <a:srcRect l="24271" r="24347"/>
          <a:stretch>
            <a:fillRect/>
          </a:stretch>
        </p:blipFill>
        <p:spPr>
          <a:xfrm>
            <a:off x="5933761" y="953768"/>
            <a:ext cx="5801087" cy="2822515"/>
          </a:xfrm>
          <a:prstGeom prst="rect">
            <a:avLst/>
          </a:prstGeom>
        </p:spPr>
      </p:pic>
      <p:pic>
        <p:nvPicPr>
          <p:cNvPr id="9" name="Picture 8" descr="input_output_panel.png"/>
          <p:cNvPicPr>
            <a:picLocks noChangeAspect="1"/>
          </p:cNvPicPr>
          <p:nvPr/>
        </p:nvPicPr>
        <p:blipFill>
          <a:blip r:embed="rId5"/>
          <a:srcRect l="24064" r="23860"/>
          <a:stretch>
            <a:fillRect/>
          </a:stretch>
        </p:blipFill>
        <p:spPr>
          <a:xfrm>
            <a:off x="5933761" y="3837121"/>
            <a:ext cx="5816279" cy="27017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9691" y="653796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Snapshots: Violations and Pillar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Calibri"/>
              </a:defRPr>
            </a:pPr>
            <a:r>
              <a:t>Per-model attribution of findings and per-pillar evaluator output</a:t>
            </a:r>
          </a:p>
        </p:txBody>
      </p:sp>
      <p:pic>
        <p:nvPicPr>
          <p:cNvPr id="5" name="Picture 4" descr="violations_evidence.png"/>
          <p:cNvPicPr>
            <a:picLocks noChangeAspect="1"/>
          </p:cNvPicPr>
          <p:nvPr/>
        </p:nvPicPr>
        <p:blipFill>
          <a:blip r:embed="rId2"/>
          <a:srcRect l="24123" r="23876"/>
          <a:stretch>
            <a:fillRect/>
          </a:stretch>
        </p:blipFill>
        <p:spPr>
          <a:xfrm>
            <a:off x="452259" y="1188720"/>
            <a:ext cx="5397431" cy="5357932"/>
          </a:xfrm>
          <a:prstGeom prst="rect">
            <a:avLst/>
          </a:prstGeom>
        </p:spPr>
      </p:pic>
      <p:pic>
        <p:nvPicPr>
          <p:cNvPr id="7" name="Picture 6" descr="pillar_goal_alignment.png"/>
          <p:cNvPicPr>
            <a:picLocks noChangeAspect="1"/>
          </p:cNvPicPr>
          <p:nvPr/>
        </p:nvPicPr>
        <p:blipFill>
          <a:blip r:embed="rId3"/>
          <a:srcRect l="24613" r="25525"/>
          <a:stretch>
            <a:fillRect/>
          </a:stretch>
        </p:blipFill>
        <p:spPr>
          <a:xfrm>
            <a:off x="6577523" y="228159"/>
            <a:ext cx="4753624" cy="3453646"/>
          </a:xfrm>
          <a:prstGeom prst="rect">
            <a:avLst/>
          </a:prstGeom>
        </p:spPr>
      </p:pic>
      <p:pic>
        <p:nvPicPr>
          <p:cNvPr id="9" name="Picture 8" descr="pillar_tool_safety.png"/>
          <p:cNvPicPr>
            <a:picLocks noChangeAspect="1"/>
          </p:cNvPicPr>
          <p:nvPr/>
        </p:nvPicPr>
        <p:blipFill>
          <a:blip r:embed="rId4"/>
          <a:srcRect l="24483" r="24308"/>
          <a:stretch>
            <a:fillRect/>
          </a:stretch>
        </p:blipFill>
        <p:spPr>
          <a:xfrm>
            <a:off x="6489436" y="3867665"/>
            <a:ext cx="5029534" cy="2853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9691" y="6537960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Professional and Technical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52B1E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Designed a three agent LangGraph state machine for LLM as Judge evaluation.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Built a governance evaluator catalog covering fifteen safety and quality dimensions.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Designed a criteria generation agent that produces evaluation rubrics from context.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Produced a reusable, distributable Python SDK with strict Pydantic based validation.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Implemented multi model consensus with weighted synthesis and per stage cost accounting.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0A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Owned end-to-end delivery of an SDK from design through validation.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Collaborated with senior engineers, applied AI teams, and platform stakeholders.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Translated ambiguous governance requirements into concrete evaluator specifications.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Practiced iterative design reviews and structured technical decision making.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Learned to write for both engineers and non-technical governance reviewers.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52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tlCol="0" anchor="ctr"/>
          <a:lstStyle/>
          <a:p>
            <a:pPr algn="ctr">
              <a:defRPr sz="1500" i="1">
                <a:solidFill>
                  <a:srgbClr val="222222"/>
                </a:solidFill>
                <a:latin typeface="Calibri"/>
              </a:defRPr>
            </a:pPr>
            <a:r>
              <a:t>The internship combined technical depth with cross functional engineering practice inside a regulated enterprise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3968" y="653796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Video &amp; Faculty Visit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52B1E"/>
                </a:solidFill>
                <a:latin typeface="Calibri"/>
              </a:defRPr>
            </a:pPr>
            <a:r>
              <a:t>Project Semester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Calibri"/>
              </a:rPr>
              <a:t>Video Link:  </a:t>
            </a:r>
            <a:r>
              <a:rPr sz="1700">
                <a:solidFill>
                  <a:srgbClr val="1E40AF"/>
                </a:solidFill>
                <a:latin typeface="Consolas"/>
              </a:rPr>
              <a:t>https://example.com/agent-eval-project-video</a:t>
            </a:r>
          </a:p>
          <a:p>
            <a:pPr>
              <a:spcBef>
                <a:spcPts val="600"/>
              </a:spcBef>
              <a:defRPr sz="1400" i="1">
                <a:solidFill>
                  <a:srgbClr val="555555"/>
                </a:solidFill>
                <a:latin typeface="Calibri"/>
              </a:defRPr>
            </a:pPr>
            <a:r>
              <a:t>Placeholder — to be replaced with the final recorded walkthrough of Agent 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52B1E"/>
                </a:solidFill>
                <a:latin typeface="Calibri"/>
              </a:defRPr>
            </a:pPr>
            <a:r>
              <a:t>Feedback on Project Semester and Faculty Visit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The project semester provided direct exposure to an enterprise engineering environment and real production challenges.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The industrial mentor provided consistent technical guidance and constructive review at every milestone.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Regular reviews with Thapar faculty kept the report scope well framed and academically rigorous.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Overall, a strong bridge between academic training and applied AI engineering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52B1E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Agent Eval  |  Eli Lilly and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3968" y="653796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922</Words>
  <Application>Microsoft Macintosh PowerPoint</Application>
  <PresentationFormat>Widescreen</PresentationFormat>
  <Paragraphs>145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Jain</cp:lastModifiedBy>
  <cp:revision>1</cp:revision>
  <dcterms:created xsi:type="dcterms:W3CDTF">2013-01-27T09:14:16Z</dcterms:created>
  <dcterms:modified xsi:type="dcterms:W3CDTF">2026-07-01T08:53:26Z</dcterms:modified>
  <cp:category/>
</cp:coreProperties>
</file>